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312" r:id="rId3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3f6f4ba3d45_0_10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3f6f4ba3d45_0_10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f6f4ba3d45_0_11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3f6f4ba3d45_0_1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f6f4ba3d45_0_30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f6f4ba3d45_0_30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g3f6f4ba3d45_0_15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8" name="Google Shape;1248;g3f6f4ba3d45_0_15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f6f4ba3d45_0_1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f6f4ba3d45_0_1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3f6f4ba3d45_0_2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3f6f4ba3d45_0_2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3f6f4ba3d45_0_28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3f6f4ba3d45_0_28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g3f6f4ba3d45_0_3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7" name="Google Shape;1357;g3f6f4ba3d45_0_3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f6f4ba3d45_0_3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f6f4ba3d45_0_3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6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60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原料</a:t>
            </a:r>
            <a:endParaRPr lang="zh-CN"/>
          </a:p>
        </p:txBody>
      </p:sp>
      <p:sp>
        <p:nvSpPr>
          <p:cNvPr id="1196" name="Google Shape;1196;p60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197" name="Google Shape;1197;p60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198" name="Google Shape;1198;p60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199" name="Google Shape;1199;p60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200" name="Google Shape;1200;p60"/>
          <p:cNvSpPr txBox="1"/>
          <p:nvPr/>
        </p:nvSpPr>
        <p:spPr>
          <a:xfrm>
            <a:off x="2308700" y="3770250"/>
            <a:ext cx="4754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四个方向，类似potion craft，坐标系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5" name="Google Shape;1205;p61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61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207" name="Google Shape;1207;p61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208" name="Google Shape;1208;p61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209" name="Google Shape;1209;p61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210" name="Google Shape;1210;p61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211" name="Google Shape;1211;p61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12" name="Google Shape;1212;p61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13" name="Google Shape;1213;p6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61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15" name="Google Shape;1215;p61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16" name="Google Shape;1216;p61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17" name="Google Shape;1217;p61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218" name="Google Shape;1218;p61"/>
          <p:cNvCxnSpPr/>
          <p:nvPr/>
        </p:nvCxnSpPr>
        <p:spPr>
          <a:xfrm rot="10800000">
            <a:off x="3437250" y="2039725"/>
            <a:ext cx="698700" cy="4347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9" name="Google Shape;1219;p61"/>
          <p:cNvSpPr txBox="1"/>
          <p:nvPr/>
        </p:nvSpPr>
        <p:spPr>
          <a:xfrm>
            <a:off x="2308700" y="3770250"/>
            <a:ext cx="4754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放置原料，根据原料包含的type，显示所有可能的产物，用灰色小块表示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根据其包含的persona，在对应的方向出现白色亮条，可以带脉冲动画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220" name="Google Shape;1220;p61"/>
          <p:cNvSpPr txBox="1"/>
          <p:nvPr/>
        </p:nvSpPr>
        <p:spPr>
          <a:xfrm>
            <a:off x="6035875" y="1701700"/>
            <a:ext cx="3364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不在直接连线上的，是两种perosna的组合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按照“等高线”坐标系分布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6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62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227" name="Google Shape;1227;p62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228" name="Google Shape;1228;p62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229" name="Google Shape;1229;p62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230" name="Google Shape;1230;p62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231" name="Google Shape;1231;p62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32" name="Google Shape;1232;p62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33" name="Google Shape;1233;p6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62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35" name="Google Shape;1235;p62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36" name="Google Shape;1236;p62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37" name="Google Shape;1237;p62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238" name="Google Shape;1238;p62"/>
          <p:cNvCxnSpPr/>
          <p:nvPr/>
        </p:nvCxnSpPr>
        <p:spPr>
          <a:xfrm rot="10800000">
            <a:off x="3437250" y="2039725"/>
            <a:ext cx="698700" cy="4347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9" name="Google Shape;1239;p62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0" name="Google Shape;1240;p62"/>
          <p:cNvSpPr txBox="1"/>
          <p:nvPr/>
        </p:nvSpPr>
        <p:spPr>
          <a:xfrm>
            <a:off x="6630375" y="0"/>
            <a:ext cx="14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可能性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41" name="Google Shape;1241;p62"/>
          <p:cNvSpPr txBox="1"/>
          <p:nvPr/>
        </p:nvSpPr>
        <p:spPr>
          <a:xfrm>
            <a:off x="6630375" y="259575"/>
            <a:ext cx="24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塑造的诀窍，不是想象这里有什么，而是忘记这里没有什么。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242" name="Google Shape;1242;p62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43" name="Google Shape;1243;p6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27675" y="690675"/>
            <a:ext cx="239601" cy="2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244" name="Google Shape;1244;p62"/>
          <p:cNvSpPr txBox="1"/>
          <p:nvPr/>
        </p:nvSpPr>
        <p:spPr>
          <a:xfrm>
            <a:off x="7001225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5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45" name="Google Shape;1245;p62"/>
          <p:cNvSpPr txBox="1"/>
          <p:nvPr/>
        </p:nvSpPr>
        <p:spPr>
          <a:xfrm>
            <a:off x="2620125" y="4335975"/>
            <a:ext cx="563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点击灰色小块，提示需要的面相和数值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但不会说是什么东西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0" name="Google Shape;1250;p6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63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252" name="Google Shape;1252;p63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253" name="Google Shape;1253;p63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254" name="Google Shape;1254;p63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255" name="Google Shape;1255;p63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256" name="Google Shape;1256;p63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57" name="Google Shape;1257;p63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58" name="Google Shape;1258;p63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259" name="Google Shape;1259;p63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60" name="Google Shape;1260;p63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61" name="Google Shape;1261;p63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62" name="Google Shape;1262;p63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263" name="Google Shape;1263;p63"/>
          <p:cNvCxnSpPr/>
          <p:nvPr/>
        </p:nvCxnSpPr>
        <p:spPr>
          <a:xfrm rot="10800000">
            <a:off x="3437250" y="2039725"/>
            <a:ext cx="698700" cy="43470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4" name="Google Shape;1264;p63"/>
          <p:cNvSpPr/>
          <p:nvPr/>
        </p:nvSpPr>
        <p:spPr>
          <a:xfrm>
            <a:off x="2518900" y="1411500"/>
            <a:ext cx="3966900" cy="224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265" name="Google Shape;1265;p63"/>
          <p:cNvCxnSpPr/>
          <p:nvPr/>
        </p:nvCxnSpPr>
        <p:spPr>
          <a:xfrm rot="10800000" flipH="1">
            <a:off x="2616100" y="1887675"/>
            <a:ext cx="37725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6" name="Google Shape;1266;p63"/>
          <p:cNvSpPr txBox="1"/>
          <p:nvPr/>
        </p:nvSpPr>
        <p:spPr>
          <a:xfrm>
            <a:off x="2518900" y="14385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行于路灯之下……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7" name="Google Shape;1267;p63"/>
          <p:cNvSpPr txBox="1"/>
          <p:nvPr/>
        </p:nvSpPr>
        <p:spPr>
          <a:xfrm>
            <a:off x="6057100" y="1438575"/>
            <a:ext cx="3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8" name="Google Shape;1268;p63"/>
          <p:cNvSpPr/>
          <p:nvPr/>
        </p:nvSpPr>
        <p:spPr>
          <a:xfrm>
            <a:off x="4796900" y="2168600"/>
            <a:ext cx="872100" cy="1028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69" name="Google Shape;1269;p63"/>
          <p:cNvSpPr txBox="1"/>
          <p:nvPr/>
        </p:nvSpPr>
        <p:spPr>
          <a:xfrm>
            <a:off x="4952500" y="1907100"/>
            <a:ext cx="765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 sz="800">
                <a:solidFill>
                  <a:schemeClr val="dk2"/>
                </a:solidFill>
              </a:rPr>
              <a:t>借助物品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  <p:sp>
        <p:nvSpPr>
          <p:cNvPr id="1270" name="Google Shape;1270;p63"/>
          <p:cNvSpPr/>
          <p:nvPr/>
        </p:nvSpPr>
        <p:spPr>
          <a:xfrm>
            <a:off x="5734250" y="3301075"/>
            <a:ext cx="701838" cy="28825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1" name="Google Shape;1271;p63"/>
          <p:cNvSpPr txBox="1"/>
          <p:nvPr/>
        </p:nvSpPr>
        <p:spPr>
          <a:xfrm>
            <a:off x="5839350" y="326055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确认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272" name="Google Shape;1272;p63"/>
          <p:cNvSpPr/>
          <p:nvPr/>
        </p:nvSpPr>
        <p:spPr>
          <a:xfrm>
            <a:off x="3380450" y="2168600"/>
            <a:ext cx="872100" cy="1028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3" name="Google Shape;1273;p63"/>
          <p:cNvSpPr txBox="1"/>
          <p:nvPr/>
        </p:nvSpPr>
        <p:spPr>
          <a:xfrm>
            <a:off x="3520325" y="1900275"/>
            <a:ext cx="69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借助自己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274" name="Google Shape;1274;p63"/>
          <p:cNvSpPr txBox="1"/>
          <p:nvPr/>
        </p:nvSpPr>
        <p:spPr>
          <a:xfrm>
            <a:off x="2257750" y="3977350"/>
            <a:ext cx="57558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点击四个方向的icon，可以放置persona/另一个物品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凑数值；这是个popup；只提供选择方向的persona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【例如本图，只增加夜行者persona】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9" name="Google Shape;1279;p6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64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281" name="Google Shape;1281;p64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282" name="Google Shape;1282;p64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283" name="Google Shape;1283;p64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284" name="Google Shape;1284;p64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285" name="Google Shape;1285;p64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86" name="Google Shape;1286;p64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287" name="Google Shape;1287;p6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64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89" name="Google Shape;1289;p64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90" name="Google Shape;1290;p64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291" name="Google Shape;1291;p64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292" name="Google Shape;1292;p64"/>
          <p:cNvCxnSpPr/>
          <p:nvPr/>
        </p:nvCxnSpPr>
        <p:spPr>
          <a:xfrm rot="10800000">
            <a:off x="3437250" y="2039725"/>
            <a:ext cx="698700" cy="43470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3" name="Google Shape;1293;p64"/>
          <p:cNvSpPr/>
          <p:nvPr/>
        </p:nvSpPr>
        <p:spPr>
          <a:xfrm>
            <a:off x="2518900" y="1411500"/>
            <a:ext cx="3966900" cy="224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294" name="Google Shape;1294;p64"/>
          <p:cNvCxnSpPr/>
          <p:nvPr/>
        </p:nvCxnSpPr>
        <p:spPr>
          <a:xfrm rot="10800000" flipH="1">
            <a:off x="2616100" y="1887675"/>
            <a:ext cx="37725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5" name="Google Shape;1295;p64"/>
          <p:cNvSpPr txBox="1"/>
          <p:nvPr/>
        </p:nvSpPr>
        <p:spPr>
          <a:xfrm>
            <a:off x="2518900" y="14385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行于路灯之下……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6" name="Google Shape;1296;p64"/>
          <p:cNvSpPr txBox="1"/>
          <p:nvPr/>
        </p:nvSpPr>
        <p:spPr>
          <a:xfrm>
            <a:off x="6057100" y="1438575"/>
            <a:ext cx="3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97" name="Google Shape;1297;p64"/>
          <p:cNvSpPr/>
          <p:nvPr/>
        </p:nvSpPr>
        <p:spPr>
          <a:xfrm>
            <a:off x="4796900" y="2168600"/>
            <a:ext cx="872100" cy="1028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</p:txBody>
      </p:sp>
      <p:sp>
        <p:nvSpPr>
          <p:cNvPr id="1298" name="Google Shape;1298;p64"/>
          <p:cNvSpPr txBox="1"/>
          <p:nvPr/>
        </p:nvSpPr>
        <p:spPr>
          <a:xfrm>
            <a:off x="4952500" y="1907100"/>
            <a:ext cx="765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借助物品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  <p:sp>
        <p:nvSpPr>
          <p:cNvPr id="1299" name="Google Shape;1299;p64"/>
          <p:cNvSpPr/>
          <p:nvPr/>
        </p:nvSpPr>
        <p:spPr>
          <a:xfrm>
            <a:off x="5734250" y="3301075"/>
            <a:ext cx="701838" cy="28825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00" name="Google Shape;1300;p64"/>
          <p:cNvSpPr txBox="1"/>
          <p:nvPr/>
        </p:nvSpPr>
        <p:spPr>
          <a:xfrm>
            <a:off x="5839350" y="326055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确认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01" name="Google Shape;1301;p64"/>
          <p:cNvSpPr/>
          <p:nvPr/>
        </p:nvSpPr>
        <p:spPr>
          <a:xfrm>
            <a:off x="3380450" y="2168600"/>
            <a:ext cx="872100" cy="1028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夜行者3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02" name="Google Shape;1302;p64"/>
          <p:cNvSpPr txBox="1"/>
          <p:nvPr/>
        </p:nvSpPr>
        <p:spPr>
          <a:xfrm>
            <a:off x="3520325" y="1900275"/>
            <a:ext cx="69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借助自己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7" name="Google Shape;1307;p65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8" name="Google Shape;1308;p65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309" name="Google Shape;1309;p65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310" name="Google Shape;1310;p65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311" name="Google Shape;1311;p65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312" name="Google Shape;1312;p65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313" name="Google Shape;1313;p65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14" name="Google Shape;1314;p65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15" name="Google Shape;1315;p65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65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17" name="Google Shape;1317;p65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18" name="Google Shape;1318;p65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19" name="Google Shape;1319;p65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320" name="Google Shape;1320;p65"/>
          <p:cNvCxnSpPr/>
          <p:nvPr/>
        </p:nvCxnSpPr>
        <p:spPr>
          <a:xfrm rot="10800000">
            <a:off x="3437250" y="2039725"/>
            <a:ext cx="698700" cy="434700"/>
          </a:xfrm>
          <a:prstGeom prst="straightConnector1">
            <a:avLst/>
          </a:prstGeom>
          <a:noFill/>
          <a:ln w="19050" cap="flat" cmpd="sng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1" name="Google Shape;1321;p65"/>
          <p:cNvSpPr/>
          <p:nvPr/>
        </p:nvSpPr>
        <p:spPr>
          <a:xfrm>
            <a:off x="2518900" y="1411500"/>
            <a:ext cx="3966900" cy="2247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322" name="Google Shape;1322;p65"/>
          <p:cNvCxnSpPr/>
          <p:nvPr/>
        </p:nvCxnSpPr>
        <p:spPr>
          <a:xfrm rot="10800000" flipH="1">
            <a:off x="2616100" y="1887675"/>
            <a:ext cx="3772500" cy="12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3" name="Google Shape;1323;p65"/>
          <p:cNvSpPr txBox="1"/>
          <p:nvPr/>
        </p:nvSpPr>
        <p:spPr>
          <a:xfrm>
            <a:off x="2518900" y="1438575"/>
            <a:ext cx="56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在午夜照镜子</a:t>
            </a:r>
            <a:r>
              <a:rPr lang="zh-CN" sz="1800">
                <a:solidFill>
                  <a:schemeClr val="dk2"/>
                </a:solidFill>
              </a:rPr>
              <a:t>……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4" name="Google Shape;1324;p65"/>
          <p:cNvSpPr txBox="1"/>
          <p:nvPr/>
        </p:nvSpPr>
        <p:spPr>
          <a:xfrm>
            <a:off x="6057100" y="1438575"/>
            <a:ext cx="33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5" name="Google Shape;1325;p65"/>
          <p:cNvSpPr/>
          <p:nvPr/>
        </p:nvSpPr>
        <p:spPr>
          <a:xfrm>
            <a:off x="4796900" y="2168600"/>
            <a:ext cx="872100" cy="1028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6" name="Google Shape;1326;p65"/>
          <p:cNvSpPr txBox="1"/>
          <p:nvPr/>
        </p:nvSpPr>
        <p:spPr>
          <a:xfrm>
            <a:off x="4952500" y="1907100"/>
            <a:ext cx="765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借助物品</a:t>
            </a:r>
            <a:endParaRPr sz="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</a:endParaRPr>
          </a:p>
        </p:txBody>
      </p:sp>
      <p:sp>
        <p:nvSpPr>
          <p:cNvPr id="1327" name="Google Shape;1327;p65"/>
          <p:cNvSpPr/>
          <p:nvPr/>
        </p:nvSpPr>
        <p:spPr>
          <a:xfrm>
            <a:off x="5734250" y="3301075"/>
            <a:ext cx="701838" cy="288252"/>
          </a:xfrm>
          <a:prstGeom prst="flowChartTerminator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8" name="Google Shape;1328;p65"/>
          <p:cNvSpPr txBox="1"/>
          <p:nvPr/>
        </p:nvSpPr>
        <p:spPr>
          <a:xfrm>
            <a:off x="5839350" y="3260550"/>
            <a:ext cx="87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dk2"/>
                </a:solidFill>
              </a:rPr>
              <a:t>确认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29" name="Google Shape;1329;p65"/>
          <p:cNvSpPr/>
          <p:nvPr/>
        </p:nvSpPr>
        <p:spPr>
          <a:xfrm>
            <a:off x="3380450" y="2168600"/>
            <a:ext cx="872100" cy="10284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lt1"/>
                </a:solidFill>
              </a:rPr>
              <a:t>X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30" name="Google Shape;1330;p65"/>
          <p:cNvSpPr txBox="1"/>
          <p:nvPr/>
        </p:nvSpPr>
        <p:spPr>
          <a:xfrm>
            <a:off x="3520325" y="1900275"/>
            <a:ext cx="698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dk2"/>
                </a:solidFill>
              </a:rPr>
              <a:t>借助自己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31" name="Google Shape;1331;p65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32" name="Google Shape;1332;p65"/>
          <p:cNvSpPr txBox="1"/>
          <p:nvPr/>
        </p:nvSpPr>
        <p:spPr>
          <a:xfrm>
            <a:off x="6630375" y="0"/>
            <a:ext cx="14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借助自己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33" name="Google Shape;1333;p65"/>
          <p:cNvSpPr txBox="1"/>
          <p:nvPr/>
        </p:nvSpPr>
        <p:spPr>
          <a:xfrm>
            <a:off x="6630375" y="349050"/>
            <a:ext cx="243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我已行于另一条道路。[每次塑造中，只能用自己强化一种面相。]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334" name="Google Shape;1334;p65"/>
          <p:cNvSpPr txBox="1"/>
          <p:nvPr/>
        </p:nvSpPr>
        <p:spPr>
          <a:xfrm>
            <a:off x="2257750" y="3977350"/>
            <a:ext cx="57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自己和物品，各自都只能放一个。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在夜行者放了，就不能在悼念者放。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6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66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341" name="Google Shape;1341;p66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342" name="Google Shape;1342;p66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343" name="Google Shape;1343;p66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344" name="Google Shape;1344;p66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345" name="Google Shape;1345;p66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46" name="Google Shape;1346;p66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47" name="Google Shape;1347;p66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66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49" name="Google Shape;1349;p66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50" name="Google Shape;1350;p66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51" name="Google Shape;1351;p66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352" name="Google Shape;1352;p66"/>
          <p:cNvCxnSpPr>
            <a:endCxn id="1351" idx="1"/>
          </p:cNvCxnSpPr>
          <p:nvPr/>
        </p:nvCxnSpPr>
        <p:spPr>
          <a:xfrm rot="10800000">
            <a:off x="2518900" y="1603200"/>
            <a:ext cx="1617000" cy="871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3" name="Google Shape;1353;p66"/>
          <p:cNvSpPr txBox="1"/>
          <p:nvPr/>
        </p:nvSpPr>
        <p:spPr>
          <a:xfrm>
            <a:off x="604800" y="229475"/>
            <a:ext cx="575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放置了强化的面相高亮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354" name="Google Shape;1354;p66"/>
          <p:cNvSpPr txBox="1"/>
          <p:nvPr/>
        </p:nvSpPr>
        <p:spPr>
          <a:xfrm>
            <a:off x="3124175" y="1004913"/>
            <a:ext cx="5755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增加了夜行者属性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所以条变长了 满足了需求 灰色变成了白色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9" name="Google Shape;1359;p6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67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361" name="Google Shape;1361;p67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362" name="Google Shape;1362;p67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363" name="Google Shape;1363;p67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364" name="Google Shape;1364;p67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365" name="Google Shape;1365;p67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66" name="Google Shape;1366;p67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67" name="Google Shape;1367;p6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67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69" name="Google Shape;1369;p67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70" name="Google Shape;1370;p67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71" name="Google Shape;1371;p67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372" name="Google Shape;1372;p67"/>
          <p:cNvCxnSpPr>
            <a:endCxn id="1371" idx="1"/>
          </p:cNvCxnSpPr>
          <p:nvPr/>
        </p:nvCxnSpPr>
        <p:spPr>
          <a:xfrm rot="10800000">
            <a:off x="2518900" y="1603200"/>
            <a:ext cx="1617000" cy="871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3" name="Google Shape;1373;p67"/>
          <p:cNvSpPr/>
          <p:nvPr/>
        </p:nvSpPr>
        <p:spPr>
          <a:xfrm>
            <a:off x="6606000" y="0"/>
            <a:ext cx="2538000" cy="1005900"/>
          </a:xfrm>
          <a:prstGeom prst="rect">
            <a:avLst/>
          </a:prstGeom>
          <a:solidFill>
            <a:srgbClr val="000000">
              <a:alpha val="57590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4" name="Google Shape;1374;p67"/>
          <p:cNvSpPr txBox="1"/>
          <p:nvPr/>
        </p:nvSpPr>
        <p:spPr>
          <a:xfrm>
            <a:off x="6630375" y="0"/>
            <a:ext cx="1401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兽爪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75" name="Google Shape;1375;p67"/>
          <p:cNvSpPr txBox="1"/>
          <p:nvPr/>
        </p:nvSpPr>
        <p:spPr>
          <a:xfrm>
            <a:off x="6630375" y="349050"/>
            <a:ext cx="2430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>
                <a:solidFill>
                  <a:schemeClr val="lt1"/>
                </a:solidFill>
              </a:rPr>
              <a:t>午夜风暴，心跳直到第二天中午。</a:t>
            </a:r>
            <a:endParaRPr sz="800">
              <a:solidFill>
                <a:schemeClr val="lt1"/>
              </a:solidFill>
            </a:endParaRPr>
          </a:p>
        </p:txBody>
      </p:sp>
      <p:sp>
        <p:nvSpPr>
          <p:cNvPr id="1376" name="Google Shape;1376;p67"/>
          <p:cNvSpPr/>
          <p:nvPr/>
        </p:nvSpPr>
        <p:spPr>
          <a:xfrm>
            <a:off x="6693725" y="656725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77" name="Google Shape;1377;p67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727675" y="690675"/>
            <a:ext cx="239601" cy="23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67"/>
          <p:cNvSpPr txBox="1"/>
          <p:nvPr/>
        </p:nvSpPr>
        <p:spPr>
          <a:xfrm>
            <a:off x="7001225" y="625825"/>
            <a:ext cx="307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chemeClr val="lt1"/>
                </a:solidFill>
              </a:rPr>
              <a:t>5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79" name="Google Shape;1379;p67"/>
          <p:cNvSpPr txBox="1"/>
          <p:nvPr/>
        </p:nvSpPr>
        <p:spPr>
          <a:xfrm>
            <a:off x="2679000" y="940025"/>
            <a:ext cx="5755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点击显示真的产物</a:t>
            </a:r>
            <a:endParaRPr sz="1800" b="1">
              <a:solidFill>
                <a:schemeClr val="lt1"/>
              </a:solidFill>
            </a:endParaRPr>
          </a:p>
        </p:txBody>
      </p:sp>
      <p:sp>
        <p:nvSpPr>
          <p:cNvPr id="1380" name="Google Shape;1380;p67"/>
          <p:cNvSpPr txBox="1"/>
          <p:nvPr/>
        </p:nvSpPr>
        <p:spPr>
          <a:xfrm>
            <a:off x="1551100" y="1944225"/>
            <a:ext cx="2980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小块下面出现合成按钮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点击后合成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5" name="Google Shape;1385;p6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-15500" y="0"/>
            <a:ext cx="91750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386" name="Google Shape;1386;p68"/>
          <p:cNvSpPr/>
          <p:nvPr/>
        </p:nvSpPr>
        <p:spPr>
          <a:xfrm>
            <a:off x="4135950" y="2057550"/>
            <a:ext cx="872100" cy="10284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可乐</a:t>
            </a:r>
            <a:endParaRPr lang="zh-CN"/>
          </a:p>
        </p:txBody>
      </p:sp>
      <p:sp>
        <p:nvSpPr>
          <p:cNvPr id="1387" name="Google Shape;1387;p68"/>
          <p:cNvSpPr/>
          <p:nvPr/>
        </p:nvSpPr>
        <p:spPr>
          <a:xfrm>
            <a:off x="1183475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白色灯泡icon</a:t>
            </a:r>
            <a:endParaRPr lang="zh-CN"/>
          </a:p>
        </p:txBody>
      </p:sp>
      <p:sp>
        <p:nvSpPr>
          <p:cNvPr id="1388" name="Google Shape;1388;p68"/>
          <p:cNvSpPr/>
          <p:nvPr/>
        </p:nvSpPr>
        <p:spPr>
          <a:xfrm>
            <a:off x="1183475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白色镜子icon</a:t>
            </a:r>
            <a:endParaRPr lang="zh-CN"/>
          </a:p>
        </p:txBody>
      </p:sp>
      <p:sp>
        <p:nvSpPr>
          <p:cNvPr id="1389" name="Google Shape;1389;p68"/>
          <p:cNvSpPr/>
          <p:nvPr/>
        </p:nvSpPr>
        <p:spPr>
          <a:xfrm>
            <a:off x="6791100" y="3717375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白色枕头icon</a:t>
            </a:r>
            <a:endParaRPr lang="zh-CN"/>
          </a:p>
        </p:txBody>
      </p:sp>
      <p:sp>
        <p:nvSpPr>
          <p:cNvPr id="1390" name="Google Shape;1390;p68"/>
          <p:cNvSpPr/>
          <p:nvPr/>
        </p:nvSpPr>
        <p:spPr>
          <a:xfrm>
            <a:off x="6976700" y="645600"/>
            <a:ext cx="1168200" cy="618600"/>
          </a:xfrm>
          <a:prstGeom prst="rect">
            <a:avLst/>
          </a:prstGeom>
          <a:solidFill>
            <a:srgbClr val="B7B7B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白色酒杯icon</a:t>
            </a:r>
            <a:endParaRPr lang="zh-CN"/>
          </a:p>
        </p:txBody>
      </p:sp>
      <p:sp>
        <p:nvSpPr>
          <p:cNvPr id="1391" name="Google Shape;1391;p68"/>
          <p:cNvSpPr/>
          <p:nvPr/>
        </p:nvSpPr>
        <p:spPr>
          <a:xfrm>
            <a:off x="6630375" y="132992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92" name="Google Shape;1392;p68"/>
          <p:cNvSpPr/>
          <p:nvPr/>
        </p:nvSpPr>
        <p:spPr>
          <a:xfrm>
            <a:off x="4480550" y="1650650"/>
            <a:ext cx="307500" cy="307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393" name="Google Shape;1393;p6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31609" y="1701692"/>
            <a:ext cx="205400" cy="20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68"/>
          <p:cNvSpPr/>
          <p:nvPr/>
        </p:nvSpPr>
        <p:spPr>
          <a:xfrm>
            <a:off x="6213350" y="26211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95" name="Google Shape;1395;p68"/>
          <p:cNvSpPr/>
          <p:nvPr/>
        </p:nvSpPr>
        <p:spPr>
          <a:xfrm>
            <a:off x="4435338" y="3834975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96" name="Google Shape;1396;p68"/>
          <p:cNvSpPr/>
          <p:nvPr/>
        </p:nvSpPr>
        <p:spPr>
          <a:xfrm>
            <a:off x="3287950" y="3085950"/>
            <a:ext cx="272100" cy="383400"/>
          </a:xfrm>
          <a:prstGeom prst="diamond">
            <a:avLst/>
          </a:prstGeom>
          <a:solidFill>
            <a:srgbClr val="99999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sp>
        <p:nvSpPr>
          <p:cNvPr id="1397" name="Google Shape;1397;p68"/>
          <p:cNvSpPr/>
          <p:nvPr/>
        </p:nvSpPr>
        <p:spPr>
          <a:xfrm>
            <a:off x="2518900" y="1411500"/>
            <a:ext cx="272100" cy="383400"/>
          </a:xfrm>
          <a:prstGeom prst="diamond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cxnSp>
        <p:nvCxnSpPr>
          <p:cNvPr id="1398" name="Google Shape;1398;p68"/>
          <p:cNvCxnSpPr>
            <a:endCxn id="1397" idx="1"/>
          </p:cNvCxnSpPr>
          <p:nvPr/>
        </p:nvCxnSpPr>
        <p:spPr>
          <a:xfrm rot="10800000">
            <a:off x="2518900" y="1603200"/>
            <a:ext cx="1617000" cy="8712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9" name="Google Shape;1399;p68"/>
          <p:cNvSpPr txBox="1"/>
          <p:nvPr/>
        </p:nvSpPr>
        <p:spPr>
          <a:xfrm>
            <a:off x="6976700" y="1573550"/>
            <a:ext cx="2082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这四个面相的icon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hover则高亮</a:t>
            </a:r>
            <a:endParaRPr sz="1800"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1">
                <a:solidFill>
                  <a:schemeClr val="lt1"/>
                </a:solidFill>
              </a:rPr>
              <a:t>同时所有含这个面相的产物也高亮（闪烁）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808</Words>
  <Application>WPS 演示</Application>
  <PresentationFormat/>
  <Paragraphs>175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Arial Unicode MS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stz20</cp:lastModifiedBy>
  <cp:revision>1</cp:revision>
  <dcterms:created xsi:type="dcterms:W3CDTF">2026-08-14T10:11:27Z</dcterms:created>
  <dcterms:modified xsi:type="dcterms:W3CDTF">2026-08-14T10:11:27Z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B1D4D5E9A05A44E19FB1F21FFFD0EADB_12</vt:lpwstr>
  </property>
  <property fmtid="{D5CDD505-2E9C-101B-9397-08002B2CF9AE}" pid="3" name="KSOProductBuildVer">
    <vt:lpwstr>2052-12.1.0.28043</vt:lpwstr>
  </property>
</Properties>
</file>